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5:13:10.2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3 349 24575,'0'167'0,"-2"-281"0,5-133 0,-3 244 0,0 0 0,1 0 0,-1 0 0,1 0 0,0 0 0,0 0 0,0 0 0,0 0 0,0 1 0,2-4 0,-3 6 0,1 0 0,-1-1 0,0 1 0,1 0 0,-1-1 0,0 1 0,1 0 0,-1-1 0,1 1 0,-1 0 0,1 0 0,-1 0 0,0-1 0,1 1 0,-1 0 0,1 0 0,-1 0 0,1 0 0,-1 0 0,1 0 0,-1 0 0,1 0 0,-1 0 0,1 0 0,15 12 0,-6 2 0,0 1 0,-2 0 0,1 1 0,8 25 0,-8-19 0,20 35 0,-22-48 0,0 0 0,0 0 0,10 8 0,-12-12 0,0 0 0,0 0 0,0 1 0,-1-1 0,0 1 0,0 0 0,0 0 0,-1 1 0,0-1 0,3 11 0,-1 3 0,-2 0 0,0 1 0,-2-1 0,0 31 0,-3-330 0,0 51 0,2 185 0,0 36 0,0 30 0,2 30 0,12 63 0,2 43 0,-16-11 0,19-231 0,-11-6 0,-2-107 0,-8 341-1365,2-114-5461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5:13:10.2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5:13:10.22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5:13:10.2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124 29 24575,'2'60'0,"-1"-34"0,0-1 0,-2 1 0,0-1 0,-7 31 0,7-53 0,0 1 0,0-1 0,0 0 0,0 1 0,-1-1 0,1 0 0,-1 0 0,0 0 0,0 0 0,0 0 0,0-1 0,-3 4 0,4-6 0,0 1 0,1 0 0,-1-1 0,0 0 0,0 1 0,0-1 0,1 1 0,-1-1 0,0 0 0,0 0 0,0 0 0,0 1 0,0-1 0,0 0 0,0 0 0,1 0 0,-1 0 0,0 0 0,-2-1 0,1 0 0,1 0 0,-1 1 0,0-1 0,0 0 0,1 0 0,-1-1 0,1 1 0,-1 0 0,1-1 0,-1 1 0,1 0 0,-2-4 0,-1-1 0,0 0 0,1 0 0,0-1 0,0 1 0,1-1 0,-1 0 0,2 0 0,-3-8 0,-4-63 0,1 8 0,1 38-1365,1 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5:13:10.2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78 1 24575,'0'812'0,"-3"-794"0,-3-25 0,-4-33 0,-11-87 0,-5-201 0,28 647 0,-1-339 0,1-8 0,-3 27 0,-2 16 0,-2 3-1365,-2-1-5461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5:13:10.2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5:13:10.2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5:13:10.2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B0691-0634-1B7F-988D-0EE7F90231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FE425-6C85-4ED1-791F-56F2BA796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D9393-D878-3660-36B7-31CD1BF50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3E03-EE6D-4778-90C0-223B8B6169F4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A4F50-A94E-9AE9-D205-AEA0C529A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8BD77-5D5C-8752-C433-C0055DA1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E172A-D4A0-434B-949E-2E5DBCF13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64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AC9F3-F9C6-F09D-0324-63017D3B0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79505-D535-21AA-FDD2-A71329376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9251D-88E6-D7FE-149A-91634F761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3E03-EE6D-4778-90C0-223B8B6169F4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E6535-5847-A8D0-EEE9-906475624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9C87E-AC2C-A541-5638-9170C5E02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E172A-D4A0-434B-949E-2E5DBCF13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565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1852F-9A5A-90A0-03FB-637311463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4E2F9-92AA-721B-F0E6-F87202C32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F6107-B7EC-355D-3BDA-283C8E59A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3E03-EE6D-4778-90C0-223B8B6169F4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C0E75-9138-C928-6F67-78E06E409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557A3-C7F3-73DE-89CD-92D5E506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E172A-D4A0-434B-949E-2E5DBCF13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14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E3C0F-408F-91EA-152B-0279D3EE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28975-318E-092B-A420-9F3D740418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C017CF-8CAB-157A-E3C9-44AAF32C5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B266DC-CB51-60B7-1F87-C409BC8A1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3E03-EE6D-4778-90C0-223B8B6169F4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5EC5A-B3DE-A2D3-17C8-AE09B148E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60B1E-757A-6680-871B-0A86695C6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E172A-D4A0-434B-949E-2E5DBCF13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373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144EA-A8E8-1CC1-16F6-A39F21A24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B4540-D57A-5D0D-D128-1E45486CD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A86D2-5197-C7E2-0B0B-EFD24A84B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ECA6B4-BC49-9741-E68C-CBF84C4EB4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9371BD-9F3C-BB8D-9BEC-DB26A5548E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047C08-1F59-2903-9722-15C731AEB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3E03-EE6D-4778-90C0-223B8B6169F4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0C900C-E97C-BB55-A099-E2FCE105A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32178E-BA19-65BF-A6AC-8EE6870ED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E172A-D4A0-434B-949E-2E5DBCF13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550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E2FF8-5192-97DD-9585-7C46542DD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A9FE3B-4978-92C1-02DF-C3B6FAFC8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3E03-EE6D-4778-90C0-223B8B6169F4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5A518D-D218-DCE1-7A2C-0C7F9E46D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35D35E-77FE-1C0F-8F34-5C1B9FCD7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E172A-D4A0-434B-949E-2E5DBCF13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52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36E8AE-7C98-7FAD-B031-5F6D80325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3E03-EE6D-4778-90C0-223B8B6169F4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DEE47-8BA3-AEA8-5D33-233C8DB54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1800C-516A-5690-FF5F-8CFF34AF4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E172A-D4A0-434B-949E-2E5DBCF13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411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70982-DE55-818C-20A5-84C5A4050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96D32-DB44-9ADB-8E03-6F32203A5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AAF11-098A-3172-B32F-8FFE68B16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C73C21-11A4-07BE-7BF7-8D1F91FDF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3E03-EE6D-4778-90C0-223B8B6169F4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93CE6-4577-5B2C-EF12-258581716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AA057-586B-7BE0-3399-494398137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E172A-D4A0-434B-949E-2E5DBCF13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442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BDAC7-80A1-57DA-67B2-D5A7B5F25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9B2DFB-45A8-48CD-3616-E43846FF29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FC3D66-71EB-D18B-027B-25F63AAD90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CD2AC-D2FA-EB6B-4CD1-6A72E46F7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3E03-EE6D-4778-90C0-223B8B6169F4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62560-FB1C-DB4B-CF0D-1F2F3FD54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EB40E-884A-7101-B7F0-373609FC6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E172A-D4A0-434B-949E-2E5DBCF13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510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A2CB0-ED45-7514-7239-C78D7E14D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FAFC8-90A1-E05A-BD8B-E6E311DCC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25788-FB7F-782C-5209-073C16313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3E03-EE6D-4778-90C0-223B8B6169F4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9C13F-B16A-23A1-15AC-0C3E478E6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048CE-091B-E885-9277-EB4FEC8B0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E172A-D4A0-434B-949E-2E5DBCF13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63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CCC1D1-2DFF-1B85-7110-F66502CB31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974EA-85AD-2F3B-B124-3B0F44E5E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B425C-E7A8-2F86-D4B3-76D7B529F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73E03-EE6D-4778-90C0-223B8B6169F4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9EE27-F77E-E5E6-C4BE-A97DD2507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E4A00-2B0C-0B81-FF20-6C36D59BB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E172A-D4A0-434B-949E-2E5DBCF13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23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111358-EE21-8F86-577D-341A1917D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66B39-0E9F-06CB-3BE6-D1B018F7C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905AE-4473-6CD9-0D0D-6055E054E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73E03-EE6D-4778-90C0-223B8B6169F4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ECD97-3000-15FC-E1C7-421D8BBB82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09CCF-B05F-BCE4-8122-D74D92AD4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E172A-D4A0-434B-949E-2E5DBCF133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158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image" Target="../media/image40.png"/><Relationship Id="rId2" Type="http://schemas.openxmlformats.org/officeDocument/2006/relationships/image" Target="../media/image1.png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3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5F39BE-B272-1774-4029-494DF7D527E4}"/>
              </a:ext>
            </a:extLst>
          </p:cNvPr>
          <p:cNvSpPr txBox="1">
            <a:spLocks/>
          </p:cNvSpPr>
          <p:nvPr/>
        </p:nvSpPr>
        <p:spPr>
          <a:xfrm>
            <a:off x="3019581" y="1927566"/>
            <a:ext cx="7217876" cy="9920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6000" dirty="0"/>
              <a:t>NextHikes IT Solutions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D106A45-10C8-FA7F-33B1-6D907292DB89}"/>
              </a:ext>
            </a:extLst>
          </p:cNvPr>
          <p:cNvSpPr txBox="1">
            <a:spLocks/>
          </p:cNvSpPr>
          <p:nvPr/>
        </p:nvSpPr>
        <p:spPr>
          <a:xfrm>
            <a:off x="3995642" y="3003174"/>
            <a:ext cx="4200716" cy="5310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Building a Basic GUI Calculator</a:t>
            </a:r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AB6B45-9D61-BB3C-830B-3E1B9FA0E0DD}"/>
              </a:ext>
            </a:extLst>
          </p:cNvPr>
          <p:cNvSpPr txBox="1"/>
          <p:nvPr/>
        </p:nvSpPr>
        <p:spPr>
          <a:xfrm>
            <a:off x="2224355" y="4787178"/>
            <a:ext cx="2941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Presented by:</a:t>
            </a:r>
            <a:r>
              <a:rPr lang="en-IN" sz="2000" dirty="0"/>
              <a:t>  Raj Bajaj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65EA2-187A-5D12-AD26-F7A43C0C33F9}"/>
              </a:ext>
            </a:extLst>
          </p:cNvPr>
          <p:cNvSpPr txBox="1"/>
          <p:nvPr/>
        </p:nvSpPr>
        <p:spPr>
          <a:xfrm>
            <a:off x="3563112" y="3401245"/>
            <a:ext cx="5797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Developing a Graphical User Interface using Python</a:t>
            </a:r>
            <a:endParaRPr lang="en-IN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F1DED637-5819-93F5-741E-B440AAA00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355" y="1571946"/>
            <a:ext cx="85725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A6269BD-17C6-623F-2AC9-4C93E0919BA1}"/>
                  </a:ext>
                </a:extLst>
              </p14:cNvPr>
              <p14:cNvContentPartPr/>
              <p14:nvPr/>
            </p14:nvContentPartPr>
            <p14:xfrm>
              <a:off x="3032541" y="2154500"/>
              <a:ext cx="105480" cy="2008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A6269BD-17C6-623F-2AC9-4C93E0919B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26421" y="2148380"/>
                <a:ext cx="1177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3155460-A10F-9A53-894E-26F2E47B3FFB}"/>
                  </a:ext>
                </a:extLst>
              </p14:cNvPr>
              <p14:cNvContentPartPr/>
              <p14:nvPr/>
            </p14:nvContentPartPr>
            <p14:xfrm>
              <a:off x="3033261" y="2268260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3155460-A10F-9A53-894E-26F2E47B3F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27141" y="22621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5A09767-5ADA-33EE-A114-24B4B7E6690B}"/>
                  </a:ext>
                </a:extLst>
              </p14:cNvPr>
              <p14:cNvContentPartPr/>
              <p14:nvPr/>
            </p14:nvContentPartPr>
            <p14:xfrm>
              <a:off x="3066228" y="2263260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5A09767-5ADA-33EE-A114-24B4B7E6690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03228" y="2200260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36E7938B-880C-6F13-53FD-E510543EFF66}"/>
              </a:ext>
            </a:extLst>
          </p:cNvPr>
          <p:cNvGrpSpPr/>
          <p:nvPr/>
        </p:nvGrpSpPr>
        <p:grpSpPr>
          <a:xfrm>
            <a:off x="3005541" y="2198780"/>
            <a:ext cx="76167" cy="299160"/>
            <a:chOff x="2530053" y="2198780"/>
            <a:chExt cx="76167" cy="29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4645B1A-B81A-84E9-2CCE-5C21146ADB5F}"/>
                    </a:ext>
                  </a:extLst>
                </p14:cNvPr>
                <p14:cNvContentPartPr/>
                <p14:nvPr/>
              </p14:nvContentPartPr>
              <p14:xfrm>
                <a:off x="2559933" y="2212100"/>
                <a:ext cx="46080" cy="106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FE925F2-1B91-DBED-A020-830E9FEC82E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553813" y="2205980"/>
                  <a:ext cx="583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00170B9-573E-155B-52CE-A0215ACDE051}"/>
                    </a:ext>
                  </a:extLst>
                </p14:cNvPr>
                <p14:cNvContentPartPr/>
                <p14:nvPr/>
              </p14:nvContentPartPr>
              <p14:xfrm>
                <a:off x="2530053" y="2198780"/>
                <a:ext cx="28080" cy="299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5B5B479-A603-E284-46BD-5A104B33FA4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23933" y="2192660"/>
                  <a:ext cx="403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99DEF57-4DD3-B999-A746-4A77C30D3985}"/>
                    </a:ext>
                  </a:extLst>
                </p14:cNvPr>
                <p14:cNvContentPartPr/>
                <p14:nvPr/>
              </p14:nvContentPartPr>
              <p14:xfrm>
                <a:off x="2605860" y="2293500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1A0D293-4882-AD9E-D0E3-D5C20A33D43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599740" y="22873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2235EC7-4827-FADE-4DC0-7FFB7D9D1C06}"/>
                    </a:ext>
                  </a:extLst>
                </p14:cNvPr>
                <p14:cNvContentPartPr/>
                <p14:nvPr/>
              </p14:nvContentPartPr>
              <p14:xfrm>
                <a:off x="2590740" y="2270820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5BAAECF-D3FF-4819-22E3-8DBC43F15D6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584620" y="22647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46129B5-9953-B5C8-8829-AA4E65EF9923}"/>
                    </a:ext>
                  </a:extLst>
                </p14:cNvPr>
                <p14:cNvContentPartPr/>
                <p14:nvPr/>
              </p14:nvContentPartPr>
              <p14:xfrm>
                <a:off x="2592333" y="2384180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4283E95-DAD9-70A1-4A58-F3769682CA4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29693" y="23215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59813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D5BC5-A334-BBAF-DE04-B85B4996C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Introduction 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A0E00A8-E724-8A59-5249-361374613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25775"/>
            <a:ext cx="8580120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transition from a simple command-line script to a reusable, visual Graphical User Interface (GUI) application.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 a functional calculator that handles basic arithmetic.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Focus: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Enhancing presentation and reusability of Python code.</a:t>
            </a:r>
          </a:p>
        </p:txBody>
      </p:sp>
    </p:spTree>
    <p:extLst>
      <p:ext uri="{BB962C8B-B14F-4D97-AF65-F5344CB8AC3E}">
        <p14:creationId xmlns:p14="http://schemas.microsoft.com/office/powerpoint/2010/main" val="3114342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2EC3C-56B6-0396-6C4E-B494066AE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 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97CB552-28E0-D5CF-3A3E-63221DCE9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36812"/>
            <a:ext cx="9244584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core programming language used for logic.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Library: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basic GUI toolkit for Python used to build the window and buttons.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Studio Code (VS Code):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Integrated Development Environment (IDE) used for writing and debugging the script.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for version control and hosting the project repository</a:t>
            </a:r>
          </a:p>
        </p:txBody>
      </p:sp>
    </p:spTree>
    <p:extLst>
      <p:ext uri="{BB962C8B-B14F-4D97-AF65-F5344CB8AC3E}">
        <p14:creationId xmlns:p14="http://schemas.microsoft.com/office/powerpoint/2010/main" val="837439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4AEB4-2AD9-9941-17A3-BD2D18710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731393"/>
            <a:ext cx="3932237" cy="512064"/>
          </a:xfrm>
        </p:spPr>
        <p:txBody>
          <a:bodyPr>
            <a:normAutofit fontScale="90000"/>
          </a:bodyPr>
          <a:lstStyle/>
          <a:p>
            <a:r>
              <a:rPr lang="en-IN" dirty="0"/>
              <a:t>Essential Features 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6690C2F-5DDF-1B8B-6F12-B4FDB3182B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231" y="1399892"/>
            <a:ext cx="4001058" cy="4058216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86D98849-1562-C431-7939-DEF6370DF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2" y="1431630"/>
            <a:ext cx="5259388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Equation Display Area: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screen to exhibit mathematical expressions and results.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Buttons: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Clickable numerical values (0-9) and mathematical operators.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Math Functionality: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 for Addition, Subtraction, Multiplication, and Division.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Utility Functions: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Clear (C) button to reset the display and an Equals (=) button to execute calculations.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203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D47ECEE-3224-848D-2450-32C87B30D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Logic :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9259CF7-5D3D-6F78-6BA1-1507A0847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90688"/>
            <a:ext cx="8955024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 Construction: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layout is managed using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grid()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system to organize buttons in rows and columns.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Handling: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Each button is linked to a function that captures user input.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Python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eval()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function is used to process the string from the display and return a mathematical result.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Handling: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Implementation of try-except blocks to prevent the app from crashing on invalid inputs.</a:t>
            </a:r>
          </a:p>
        </p:txBody>
      </p:sp>
    </p:spTree>
    <p:extLst>
      <p:ext uri="{BB962C8B-B14F-4D97-AF65-F5344CB8AC3E}">
        <p14:creationId xmlns:p14="http://schemas.microsoft.com/office/powerpoint/2010/main" val="1624800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95BA-C835-1492-C8F7-2F7F0CA4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GitHub Link: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BAC6844-0D34-A4D4-12E2-422933B63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808" y="2140014"/>
            <a:ext cx="10149840" cy="1114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Outcome: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Successfully developed a functional Python GUI application.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Repository: </a:t>
            </a:r>
            <a:r>
              <a:rPr lang="en-US" altLang="en-US" dirty="0">
                <a:latin typeface="Arial" panose="020B0604020202020204" pitchFamily="34" charset="0"/>
              </a:rPr>
              <a:t>https://github.com/rajbajaj12022006-pixel/Project_2_NHIS.git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099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307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Unicode MS</vt:lpstr>
      <vt:lpstr>Calibri</vt:lpstr>
      <vt:lpstr>Calibri Light</vt:lpstr>
      <vt:lpstr>Office Theme</vt:lpstr>
      <vt:lpstr>PowerPoint Presentation</vt:lpstr>
      <vt:lpstr>Project Introduction :</vt:lpstr>
      <vt:lpstr>Technologies Used :</vt:lpstr>
      <vt:lpstr>Essential Features :</vt:lpstr>
      <vt:lpstr>Project Logic :</vt:lpstr>
      <vt:lpstr>Conclusion &amp; GitHub Link: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 bajaj</dc:creator>
  <cp:lastModifiedBy>raj bajaj</cp:lastModifiedBy>
  <cp:revision>1</cp:revision>
  <dcterms:created xsi:type="dcterms:W3CDTF">2026-02-21T16:05:57Z</dcterms:created>
  <dcterms:modified xsi:type="dcterms:W3CDTF">2026-02-21T16:10:37Z</dcterms:modified>
</cp:coreProperties>
</file>